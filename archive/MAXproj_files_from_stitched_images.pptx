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27280-CD62-6A1E-0153-462062CA11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1FFA2-B2E2-D443-3E43-F88D62BD0F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C1B03A-7B52-3685-EDDC-AE754263E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FF6E-53B3-401A-9545-1DFFF8693F88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432335-E2F0-5C10-4111-5D4D97D0E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06D50-7CE3-A8D8-3D8A-DA02E48E4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06B4E-61CA-410F-AAE0-0FC1EE0A7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842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6D8CA-D459-E98B-0D65-4FAA9DC1A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52F38-CB40-A136-82D7-A92B27D86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D608A-A723-D64D-3102-901FE14B2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FF6E-53B3-401A-9545-1DFFF8693F88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6D0D7-5EDF-60F1-B78A-B6C805CB3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CD2504-D65D-9A68-11B9-D2320B501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06B4E-61CA-410F-AAE0-0FC1EE0A7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842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B5D24-4879-2534-F7AB-8A89E9F68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0C88C2-467C-7749-8F5D-E07AEAB980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6912D-6D6E-3E39-50D0-C16BC377A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FF6E-53B3-401A-9545-1DFFF8693F88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695A4E-2696-4A64-6B9B-125312EA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FAEF8-4FFB-18CD-BF1D-517E10C71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06B4E-61CA-410F-AAE0-0FC1EE0A7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39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66078-7B9F-0135-DCA8-8E3191CC9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DD627-E377-831B-23AE-88655E9A81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8887EC-2967-02A9-92B0-C469442953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A34CEA-A03D-E943-6BC3-F3D6B7E07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FF6E-53B3-401A-9545-1DFFF8693F88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42E4A6-9D3D-5A8B-7BB7-82437BFE2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2967E7-4019-5ED6-BA9D-B33D6FFFC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06B4E-61CA-410F-AAE0-0FC1EE0A7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779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451E9-8C0B-3AE1-BD10-A27CF6F24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2144EC-141B-115A-D1BA-AE4F2EB72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79323F-7B9F-ABC9-04A8-F35697D9B2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AAFFE3-070A-F6AF-8627-2167970F19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B66A02-FC7D-C2D5-D995-C8C9371D89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9B3463-7B9C-712C-FBD5-ACFF8F41B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FF6E-53B3-401A-9545-1DFFF8693F88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AEB264-8FA1-C663-5AC3-7BA0CB832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1D00F3-FA5C-D6E2-10CD-42A617AC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06B4E-61CA-410F-AAE0-0FC1EE0A7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610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0EB0F-7AB8-5723-4C67-1C6B18738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8D1917-BBCE-23E8-9B9E-A2A2C396C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FF6E-53B3-401A-9545-1DFFF8693F88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3D8140-5868-70E5-612A-1C09B5EB1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326A87-7A89-15A6-872D-EB4D79E97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06B4E-61CA-410F-AAE0-0FC1EE0A7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472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8078AC-C304-B17E-50B3-C00D80F0D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FF6E-53B3-401A-9545-1DFFF8693F88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CA12D0-7BB5-5375-4D90-2F23780B5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7CCD1C-3DA7-C91D-FDCA-DAEFA5341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06B4E-61CA-410F-AAE0-0FC1EE0A7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303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FC145-84D9-1486-2A6B-7BBC7F0D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3C3B9-F22C-1789-FF86-853EDA2A3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BA1C40-30A4-81FC-196A-CB0A8BD536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57A8C2-5094-45FF-6305-C2099EAFF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FF6E-53B3-401A-9545-1DFFF8693F88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964E0B-ECEB-E735-05FF-1E085F58E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4C7CE8-9F13-93D6-1FA7-D45BE8195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06B4E-61CA-410F-AAE0-0FC1EE0A7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261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9DBFE-77AE-EE9D-5AC1-5396BD9B8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78E404-4322-0E4E-E081-31C593622A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B99070-130E-9640-3EBC-FEE3A85A12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4FE8F5-4017-5E21-3F1C-87CBDFDB2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FF6E-53B3-401A-9545-1DFFF8693F88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FA4FCC-6ABE-FF31-F14D-578C0E7CB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F4D5C7-DE38-A5F1-6F9F-E517783CB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06B4E-61CA-410F-AAE0-0FC1EE0A7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707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EEE39-626B-8966-618B-F2C05AD0D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60DED9-2C84-3917-B6DA-0E2BB80984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B2505-4416-1BAE-B7EE-680BF0465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FF6E-53B3-401A-9545-1DFFF8693F88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3A533-94C1-AAF6-2950-E7E32FDF8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A772BE-E45A-9E8B-1206-E869E7788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06B4E-61CA-410F-AAE0-0FC1EE0A7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343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6E6AB0-B538-1199-76CF-EE223C41FE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8B32C2-05C6-D24B-F5F0-F7CA99460F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BD7844-31A9-235C-BF62-703D29E86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FF6E-53B3-401A-9545-1DFFF8693F88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214EA-96A4-8A29-E8A7-6759B0085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FF07A-BA24-C117-5BD4-DCF7FC0DF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06B4E-61CA-410F-AAE0-0FC1EE0A7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471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BBB85A-DD4E-006A-4643-826CAFC2A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8A111A-5D9D-D5E6-066B-E93F1C66E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A231EC-C6B2-549A-18E9-449980E74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D2FF6E-53B3-401A-9545-1DFFF8693F88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4332F-F396-0BDA-0DB5-4440F19815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CB7DC9-E563-A498-31F0-4921D18227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06B4E-61CA-410F-AAE0-0FC1EE0A7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41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9FBE6-FDAD-DACC-77E4-16215B9F5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84C5F8-53B6-952B-39C0-8DF4C438B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3493"/>
            <a:ext cx="7562902" cy="573101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B535204-5254-8B5C-3E3F-9F2BA31668D1}"/>
              </a:ext>
            </a:extLst>
          </p:cNvPr>
          <p:cNvSpPr/>
          <p:nvPr/>
        </p:nvSpPr>
        <p:spPr>
          <a:xfrm>
            <a:off x="3371427" y="1820334"/>
            <a:ext cx="1158240" cy="11582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A2B4E86-B8B9-7225-3419-DCEA1B41D65F}"/>
              </a:ext>
            </a:extLst>
          </p:cNvPr>
          <p:cNvCxnSpPr/>
          <p:nvPr/>
        </p:nvCxnSpPr>
        <p:spPr>
          <a:xfrm>
            <a:off x="7679267" y="563493"/>
            <a:ext cx="0" cy="244217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E995463-A3D9-FF62-C1FC-1BE6D88444C3}"/>
              </a:ext>
            </a:extLst>
          </p:cNvPr>
          <p:cNvSpPr txBox="1"/>
          <p:nvPr/>
        </p:nvSpPr>
        <p:spPr>
          <a:xfrm>
            <a:off x="7679267" y="1428819"/>
            <a:ext cx="2980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 FOVs in Y 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42C570C-8BCE-F8D1-6FD8-B67E7D403711}"/>
              </a:ext>
            </a:extLst>
          </p:cNvPr>
          <p:cNvCxnSpPr>
            <a:cxnSpLocks/>
          </p:cNvCxnSpPr>
          <p:nvPr/>
        </p:nvCxnSpPr>
        <p:spPr>
          <a:xfrm flipH="1">
            <a:off x="3371427" y="372533"/>
            <a:ext cx="419147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8580AF7-A5CE-DECC-4A0C-661BEC079464}"/>
              </a:ext>
            </a:extLst>
          </p:cNvPr>
          <p:cNvSpPr txBox="1"/>
          <p:nvPr/>
        </p:nvSpPr>
        <p:spPr>
          <a:xfrm>
            <a:off x="4690533" y="25400"/>
            <a:ext cx="1278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</a:t>
            </a:r>
            <a:r>
              <a:rPr lang="en-US" dirty="0"/>
              <a:t> FOVs in 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1394EA-3D82-96BC-E09A-32FB84E7429D}"/>
              </a:ext>
            </a:extLst>
          </p:cNvPr>
          <p:cNvSpPr txBox="1"/>
          <p:nvPr/>
        </p:nvSpPr>
        <p:spPr>
          <a:xfrm>
            <a:off x="7868588" y="71566"/>
            <a:ext cx="41677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Image Filename:    </a:t>
            </a:r>
            <a:r>
              <a:rPr lang="en-US" b="1" dirty="0"/>
              <a:t>Pos10R</a:t>
            </a:r>
            <a:r>
              <a:rPr lang="en-US" dirty="0"/>
              <a:t>GBalignedn2vhyb01.tif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21A65F-603D-2F1C-611D-65F86A5743B8}"/>
              </a:ext>
            </a:extLst>
          </p:cNvPr>
          <p:cNvSpPr txBox="1"/>
          <p:nvPr/>
        </p:nvSpPr>
        <p:spPr>
          <a:xfrm>
            <a:off x="7905706" y="3718679"/>
            <a:ext cx="416776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For MAX_PosXX_00m_00n: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</a:t>
            </a:r>
            <a:r>
              <a:rPr lang="en-US"/>
              <a:t>PosXX, </a:t>
            </a:r>
            <a:r>
              <a:rPr lang="en-US" dirty="0"/>
              <a:t>use the Pos number in for the image filename.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00m, use the number of X-axis FOVs from the top right minus 1 (due to zero indexing).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00m, use the number of Y-axis FOVs from the top right minus 1 (due to zero indexing).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E8CBC0-B9E4-2E9A-B8FE-4480E09CD109}"/>
              </a:ext>
            </a:extLst>
          </p:cNvPr>
          <p:cNvSpPr txBox="1"/>
          <p:nvPr/>
        </p:nvSpPr>
        <p:spPr>
          <a:xfrm>
            <a:off x="8059187" y="2185024"/>
            <a:ext cx="386079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Using this saved stitched image, you will be able to find the FOV of interest (red box) in the folder “MAX_Pos10_002_001”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631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106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Dennis Maharjan</dc:creator>
  <cp:lastModifiedBy>Dennis Maharjan</cp:lastModifiedBy>
  <cp:revision>2</cp:revision>
  <dcterms:created xsi:type="dcterms:W3CDTF">2025-03-19T19:18:45Z</dcterms:created>
  <dcterms:modified xsi:type="dcterms:W3CDTF">2025-03-19T20:31:08Z</dcterms:modified>
</cp:coreProperties>
</file>